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58" r:id="rId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buNone/>
              <a:def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 hasCustomPrompt="1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>
            <a:lvl1pPr indent="0" algn="ctr">
              <a:lnSpc>
                <a:spcPct val="100000"/>
              </a:lnSpc>
              <a:buNone/>
              <a:defRPr lang="en-GB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r>
              <a:rPr lang="en-GB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en-GB" sz="1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buNone/>
              <a:defRPr lang="en-GB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9999"/>
          </a:bodyPr>
          <a:lstStyle>
            <a:lvl1pPr indent="0" algn="l">
              <a:buNone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buNone/>
              <a:defRPr lang="en-GB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buNone/>
              <a:def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595680" y="1779120"/>
            <a:ext cx="20581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Team - 48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55;p13"/>
          <p:cNvPicPr/>
          <p:nvPr/>
        </p:nvPicPr>
        <p:blipFill>
          <a:blip r:embed="rId1"/>
          <a:stretch/>
        </p:blipFill>
        <p:spPr>
          <a:xfrm>
            <a:off x="6752520" y="58320"/>
            <a:ext cx="2315520" cy="550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3" name="Google Shape;56;p13"/>
          <p:cNvCxnSpPr/>
          <p:nvPr/>
        </p:nvCxnSpPr>
        <p:spPr>
          <a:xfrm>
            <a:off x="-20880" y="673920"/>
            <a:ext cx="9159480" cy="3528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graphicFrame>
        <p:nvGraphicFramePr>
          <p:cNvPr id="34" name="Google Shape;57;p13"/>
          <p:cNvGraphicFramePr/>
          <p:nvPr/>
        </p:nvGraphicFramePr>
        <p:xfrm>
          <a:off x="1005480" y="2346480"/>
          <a:ext cx="7238520" cy="1980000"/>
        </p:xfrm>
        <a:graphic>
          <a:graphicData uri="http://schemas.openxmlformats.org/drawingml/2006/table">
            <a:tbl>
              <a:tblPr/>
              <a:tblGrid>
                <a:gridCol w="2412720"/>
                <a:gridCol w="2412720"/>
                <a:gridCol w="2412720"/>
              </a:tblGrid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NAME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ROLL NO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USN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Ishwari J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117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01FE23BCS093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Rakshita J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01FE23BCS082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Amrutavarshini B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219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01FE23BCI024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Aditya C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01FE23BCI043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5" name="TextBox 1"/>
          <p:cNvSpPr/>
          <p:nvPr/>
        </p:nvSpPr>
        <p:spPr>
          <a:xfrm>
            <a:off x="152280" y="1401840"/>
            <a:ext cx="89449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Arial"/>
              </a:rPr>
              <a:t>Title 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Arial"/>
              </a:rPr>
              <a:t>Privacy-Preserving Federated Generative Replay for Rare Disease Diagnosis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2"/>
          <p:cNvSpPr/>
          <p:nvPr/>
        </p:nvSpPr>
        <p:spPr>
          <a:xfrm>
            <a:off x="5645520" y="4497840"/>
            <a:ext cx="278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just"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Arial"/>
              </a:rPr>
              <a:t>Guide : Mallikarjun Akki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4"/>
          <p:cNvSpPr/>
          <p:nvPr/>
        </p:nvSpPr>
        <p:spPr>
          <a:xfrm>
            <a:off x="2328480" y="831240"/>
            <a:ext cx="4592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>
            <a:spAutoFit/>
          </a:bodyPr>
          <a:p>
            <a:pPr algn="just">
              <a:lnSpc>
                <a:spcPct val="100000"/>
              </a:lnSpc>
            </a:pPr>
            <a:r>
              <a:rPr sz="1400" b="1">
                <a:solidFill>
                  <a:srgbClr val="1A5FB4"/>
                </a:solidFill>
              </a:rPr>
              <a:t>Senior Design Project (SDP) – Review 2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2075400" y="2208960"/>
            <a:ext cx="4993200" cy="725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52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Thank you</a:t>
            </a:r>
            <a:endParaRPr lang="en-GB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Google Shape;166;p 1"/>
          <p:cNvPicPr/>
          <p:nvPr/>
        </p:nvPicPr>
        <p:blipFill>
          <a:blip r:embed="rId1"/>
          <a:stretch/>
        </p:blipFill>
        <p:spPr>
          <a:xfrm>
            <a:off x="6752520" y="58320"/>
            <a:ext cx="2315520" cy="550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4" name="Google Shape;167;p 1"/>
          <p:cNvCxnSpPr/>
          <p:nvPr/>
        </p:nvCxnSpPr>
        <p:spPr>
          <a:xfrm>
            <a:off x="-20880" y="673920"/>
            <a:ext cx="9159480" cy="3528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2075400" y="2208960"/>
            <a:ext cx="4993200" cy="725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52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Thank you</a:t>
            </a:r>
            <a:endParaRPr lang="en-GB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Google Shape;166;p 1"/>
          <p:cNvPicPr/>
          <p:nvPr/>
        </p:nvPicPr>
        <p:blipFill>
          <a:blip r:embed="rId1"/>
          <a:stretch/>
        </p:blipFill>
        <p:spPr>
          <a:xfrm>
            <a:off x="6752520" y="58320"/>
            <a:ext cx="2315520" cy="550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4" name="Google Shape;167;p 1"/>
          <p:cNvCxnSpPr/>
          <p:nvPr/>
        </p:nvCxnSpPr>
        <p:spPr>
          <a:xfrm>
            <a:off x="-20880" y="673920"/>
            <a:ext cx="9159480" cy="3528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Agenda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Review 1 Recap &amp; Reviewer Feedback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Target Disease — Idiopathic Pulmonary Fibrosis (IPF)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System Requirements (PI 3.1.3)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Proposed Architecture — FedGen-Rare (PI 3.3.1)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Baseline Analysis — Why FedIIC Fails on Rare Diseases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Detailed Design — Algorithms &amp; Mathematical Models (PI 3.3.3)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Module Implementation &amp; Integration (PI 12.1.2)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Module Testing — 31/31 Tests Passing (PI 5.2.2)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Experimental Results — 4-Way Benchmark (PI 3.3.1 / 12.1.2)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 wrap="square"/>
          <a:lstStyle/>
          <a:p>
            <a:r>
              <a:rPr sz="2000" b="1">
                <a:solidFill>
                  <a:srgbClr val="1A5FB4"/>
                </a:solidFill>
              </a:rPr>
              <a:t>Conclusion &amp;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LibreOffice/26.2.6.3$Linux_X86_64 LibreOffice_project/620$Build-3</Application>
  <AppVersion>15.0000</AppVersion>
  <Words>11173</Words>
  <Paragraphs>258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2026-09-07T07:17:53Z</dcterms:created>
  <dc:creator>LENOVO</dc:creator>
  <dc:description/>
  <dc:language>en-GB</dc:language>
  <cp:lastModifiedBy/>
  <dcterms:modified xsi:type="dcterms:W3CDTF">2026-10-14T11:58:38Z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F67514CA0F094CE39DABDBFFF59B275D_13</vt:lpwstr>
  </property>
  <property fmtid="{D5CDD505-2E9C-101B-9397-08002B2CF9AE}" pid="3" name="KSOProductBuildVer">
    <vt:lpwstr>1033-12.1.0.28485</vt:lpwstr>
  </property>
  <property fmtid="{D5CDD505-2E9C-101B-9397-08002B2CF9AE}" pid="4" name="Notes">
    <vt:i4>16</vt:i4>
  </property>
  <property fmtid="{D5CDD505-2E9C-101B-9397-08002B2CF9AE}" pid="5" name="PresentationFormat">
    <vt:lpwstr>On-screen Show (16:9)</vt:lpwstr>
  </property>
  <property fmtid="{D5CDD505-2E9C-101B-9397-08002B2CF9AE}" pid="6" name="Slides">
    <vt:i4>17</vt:i4>
  </property>
</Properties>
</file>