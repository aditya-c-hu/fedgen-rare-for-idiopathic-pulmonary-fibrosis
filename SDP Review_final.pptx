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GB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en-GB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GB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en-GB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GB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buNone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GB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GB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55000" lnSpcReduction="19999"/>
          </a:bodyPr>
          <a:p>
            <a:pPr indent="0" algn="l"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595680" y="1779120"/>
            <a:ext cx="205812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Team - 48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Google Shape;55;p13"/>
          <p:cNvPicPr/>
          <p:nvPr/>
        </p:nvPicPr>
        <p:blipFill>
          <a:blip r:embed="rId1"/>
          <a:stretch/>
        </p:blipFill>
        <p:spPr>
          <a:xfrm>
            <a:off x="6752520" y="58320"/>
            <a:ext cx="2315520" cy="550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3" name="Google Shape;56;p13"/>
          <p:cNvCxnSpPr/>
          <p:nvPr/>
        </p:nvCxnSpPr>
        <p:spPr>
          <a:xfrm>
            <a:off x="-20880" y="673920"/>
            <a:ext cx="9159480" cy="3528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  <p:graphicFrame>
        <p:nvGraphicFramePr>
          <p:cNvPr id="34" name="Google Shape;57;p13"/>
          <p:cNvGraphicFramePr/>
          <p:nvPr/>
        </p:nvGraphicFramePr>
        <p:xfrm>
          <a:off x="1005480" y="2346480"/>
          <a:ext cx="7238520" cy="1980000"/>
        </p:xfrm>
        <a:graphic>
          <a:graphicData uri="http://schemas.openxmlformats.org/drawingml/2006/table">
            <a:tbl>
              <a:tblPr/>
              <a:tblGrid>
                <a:gridCol w="2412720"/>
                <a:gridCol w="2412720"/>
                <a:gridCol w="2412720"/>
              </a:tblGrid>
              <a:tr h="38088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NAME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ROLL NO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USN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Ishwari J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117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01FE23BCS093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Rakshita J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217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01FE23BCS082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Amrutavarshini B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219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01FE23BCI024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Aditya C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217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01FE23BCI043</a:t>
                      </a:r>
                      <a:endParaRPr lang="en-GB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1"/>
          <p:cNvSpPr/>
          <p:nvPr/>
        </p:nvSpPr>
        <p:spPr>
          <a:xfrm>
            <a:off x="152280" y="1401840"/>
            <a:ext cx="8944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Title 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Privacy-Preserving Federated Generative Replay for Rare Disease Diagnosis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2"/>
          <p:cNvSpPr/>
          <p:nvPr/>
        </p:nvSpPr>
        <p:spPr>
          <a:xfrm>
            <a:off x="5645520" y="4497840"/>
            <a:ext cx="2787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just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Guide : Mallikarjun Akki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Box 4"/>
          <p:cNvSpPr/>
          <p:nvPr/>
        </p:nvSpPr>
        <p:spPr>
          <a:xfrm>
            <a:off x="2328480" y="831240"/>
            <a:ext cx="45925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just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Senior Design Project (SDP) – Review 1 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51640" y="58320"/>
            <a:ext cx="3722040" cy="72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buNone/>
            </a:pPr>
            <a:endParaRPr lang="en-GB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Google Shape;142;p25"/>
          <p:cNvPicPr/>
          <p:nvPr/>
        </p:nvPicPr>
        <p:blipFill>
          <a:blip r:embed="rId1"/>
          <a:stretch/>
        </p:blipFill>
        <p:spPr>
          <a:xfrm>
            <a:off x="6752520" y="58320"/>
            <a:ext cx="2315520" cy="550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" name="Google Shape;143;p25"/>
          <p:cNvCxnSpPr/>
          <p:nvPr/>
        </p:nvCxnSpPr>
        <p:spPr>
          <a:xfrm>
            <a:off x="-20880" y="673920"/>
            <a:ext cx="9159480" cy="3528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  <p:sp>
        <p:nvSpPr>
          <p:cNvPr id="41" name="Google Shape;144;p25"/>
          <p:cNvSpPr/>
          <p:nvPr/>
        </p:nvSpPr>
        <p:spPr>
          <a:xfrm>
            <a:off x="251640" y="774720"/>
            <a:ext cx="8005320" cy="28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00000"/>
              </a:lnSpc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075400" y="2208960"/>
            <a:ext cx="4993200" cy="72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1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Thank you</a:t>
            </a:r>
            <a:endParaRPr lang="en-GB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Google Shape;166;p 1"/>
          <p:cNvPicPr/>
          <p:nvPr/>
        </p:nvPicPr>
        <p:blipFill>
          <a:blip r:embed="rId1"/>
          <a:stretch/>
        </p:blipFill>
        <p:spPr>
          <a:xfrm>
            <a:off x="6752520" y="58320"/>
            <a:ext cx="2315520" cy="550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4" name="Google Shape;167;p 1"/>
          <p:cNvCxnSpPr/>
          <p:nvPr/>
        </p:nvCxnSpPr>
        <p:spPr>
          <a:xfrm>
            <a:off x="-20880" y="673920"/>
            <a:ext cx="9159480" cy="3528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  <Words>11173</Words>
  <Paragraphs>258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2026-09-07T07:17:53Z</dcterms:created>
  <dc:creator>LENOVO</dc:creator>
  <dc:description/>
  <dc:language>en-GB</dc:language>
  <cp:lastModifiedBy/>
  <dcterms:modified xsi:type="dcterms:W3CDTF">2026-10-14T11:58:38Z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F67514CA0F094CE39DABDBFFF59B275D_13</vt:lpwstr>
  </property>
  <property fmtid="{D5CDD505-2E9C-101B-9397-08002B2CF9AE}" pid="3" name="KSOProductBuildVer">
    <vt:lpwstr>1033-12.1.0.28485</vt:lpwstr>
  </property>
  <property fmtid="{D5CDD505-2E9C-101B-9397-08002B2CF9AE}" pid="4" name="Notes">
    <vt:i4>16</vt:i4>
  </property>
  <property fmtid="{D5CDD505-2E9C-101B-9397-08002B2CF9AE}" pid="5" name="PresentationFormat">
    <vt:lpwstr>On-screen Show (16:9)</vt:lpwstr>
  </property>
  <property fmtid="{D5CDD505-2E9C-101B-9397-08002B2CF9AE}" pid="6" name="Slides">
    <vt:i4>17</vt:i4>
  </property>
</Properties>
</file>